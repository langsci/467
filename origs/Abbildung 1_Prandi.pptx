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A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574"/>
    <p:restoredTop sz="94658"/>
  </p:normalViewPr>
  <p:slideViewPr>
    <p:cSldViewPr snapToGrid="0">
      <p:cViewPr>
        <p:scale>
          <a:sx n="88" d="100"/>
          <a:sy n="88" d="100"/>
        </p:scale>
        <p:origin x="2664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6AA01-A197-4D9F-8BA3-07BBABF31B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BE0477-732A-F111-2ABD-307663D3B7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5224E-0C45-8BB2-1F2C-B1B764EA8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960A-3590-DE4D-87C7-635D24111517}" type="datetimeFigureOut">
              <a:rPr lang="de-DE" smtClean="0"/>
              <a:t>26.11.24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414FB-CC59-DD97-FE8E-EE46D9F85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9414C-5DCD-BDA3-51F4-BD30746DA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423E9-0886-2247-A408-75C471C9DE5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8990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CD2A2-A0A2-4DAE-F0B1-4A1EDBD2C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4DFC0-A9A2-FE2B-3842-0BF76AD8D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BDBEA-2F2B-3204-E52A-265A5C76D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960A-3590-DE4D-87C7-635D24111517}" type="datetimeFigureOut">
              <a:rPr lang="de-DE" smtClean="0"/>
              <a:t>26.11.24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FFC4E-824D-EF28-9844-7C258AE76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A9445-5CFB-C3FB-74D6-1790B33EC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423E9-0886-2247-A408-75C471C9DE5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0300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29719-02BB-7A21-3153-4247928D4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2D2EA-F234-FE66-A088-DB2067589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BD359-C91B-3714-D955-476BB1F43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960A-3590-DE4D-87C7-635D24111517}" type="datetimeFigureOut">
              <a:rPr lang="de-DE" smtClean="0"/>
              <a:t>26.11.24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8FECC-B943-3A1E-23A6-1B4CA1A80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252D9-8DFC-2B09-B854-27C74F021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423E9-0886-2247-A408-75C471C9DE5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5009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D16B9-74C9-57E6-F55C-2CD1B0303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6937D-0FCB-FDBE-0231-44F9C9EF91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4EF11B-4E2C-9B49-3CDF-AAAD62627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0507F-8862-E6A2-0F8C-8E906CDF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960A-3590-DE4D-87C7-635D24111517}" type="datetimeFigureOut">
              <a:rPr lang="de-DE" smtClean="0"/>
              <a:t>26.11.24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CDD00-2A8E-B4EC-25AB-AD00D3A63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5963D-8ADC-1E8E-A041-95662185F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423E9-0886-2247-A408-75C471C9DE5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2793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55796-2DB9-0377-0F38-D48E7C902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8D123-21A4-A240-30BB-6F8DEB878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BAC179-C2B4-1362-E6AC-F810AD0435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C7D8DE-714D-8854-2F11-6B095CA59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00829B-1BAF-52AC-88A3-170EBD4E36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014B0A-184E-87FE-8E08-22D6EACFA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960A-3590-DE4D-87C7-635D24111517}" type="datetimeFigureOut">
              <a:rPr lang="de-DE" smtClean="0"/>
              <a:t>26.11.24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FFA9C5-EDBB-65F2-CEC9-552559803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36E118-F112-178B-9141-2DA2D7463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423E9-0886-2247-A408-75C471C9DE5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4213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65415-70DA-9968-A0C6-A24598A51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FC46D9-DB91-1CC1-A4A6-4A70AF109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960A-3590-DE4D-87C7-635D24111517}" type="datetimeFigureOut">
              <a:rPr lang="de-DE" smtClean="0"/>
              <a:t>26.11.24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F8F272-F0F0-BC7A-BB86-20B2B70D9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439824-09C6-544B-E397-5714F0EC4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423E9-0886-2247-A408-75C471C9DE5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392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782C25-5666-ED74-B4D4-745317D6D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960A-3590-DE4D-87C7-635D24111517}" type="datetimeFigureOut">
              <a:rPr lang="de-DE" smtClean="0"/>
              <a:t>26.11.24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58E34-296C-F30C-FA59-7D1B73B0B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5F97D-3C68-F5F4-625E-18114161F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423E9-0886-2247-A408-75C471C9DE5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9899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9531E-ECD8-7ECF-6AEE-CE5DAE81F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1EE5F-CCF1-09DC-F6E5-82D0EB659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7AE88B-6B25-5AAC-984A-DDD918C8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00BCA-2635-439A-7AF3-EE557BB44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960A-3590-DE4D-87C7-635D24111517}" type="datetimeFigureOut">
              <a:rPr lang="de-DE" smtClean="0"/>
              <a:t>26.11.24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B0A22B-D55C-E150-BA93-0A61D87A3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9E0D8-9AD7-9A40-66AE-87F6CF148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423E9-0886-2247-A408-75C471C9DE5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3371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D2E6F-5DB4-E115-40C5-5DE98FF8A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0B918C-BD69-8220-CD9B-EAE0FB3C9B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39966-1D18-B588-A919-BA53CABFD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0ED2B-BAB6-8BA8-B3C1-198D28014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960A-3590-DE4D-87C7-635D24111517}" type="datetimeFigureOut">
              <a:rPr lang="de-DE" smtClean="0"/>
              <a:t>26.11.24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F2E546-163C-4075-197C-2D5A464E1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9C9A4-43A9-62AA-D230-4413C42EE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423E9-0886-2247-A408-75C471C9DE5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3293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AC26D-C22F-E0F9-DD7E-F6C954950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2B1C67-F1C8-368E-DEC8-300EBFADFC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30667-D9F9-972C-30D3-76366E7F9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960A-3590-DE4D-87C7-635D24111517}" type="datetimeFigureOut">
              <a:rPr lang="de-DE" smtClean="0"/>
              <a:t>26.11.24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3F8E8-07DA-F894-543C-754C124EA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3196A-85D8-B742-CD46-306518AB9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423E9-0886-2247-A408-75C471C9DE5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8609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380B4D-CAD5-2159-6243-A20CF7DFA8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7E347D-1800-34A3-CA97-5989BF174B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5612B-03A9-6811-0E51-D4F92DCD1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960A-3590-DE4D-87C7-635D24111517}" type="datetimeFigureOut">
              <a:rPr lang="de-DE" smtClean="0"/>
              <a:t>26.11.24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76255-F67B-2820-FB0E-B4CCBCA8D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90991-6E22-29A8-344F-7402E468A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423E9-0886-2247-A408-75C471C9DE5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3090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0F83D0-EEDA-4304-9389-6A601D898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11CFC-83B7-194D-C634-EEA30ABB6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CCBDD-0CF6-1FA8-87BD-52C1B75E14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81960A-3590-DE4D-87C7-635D24111517}" type="datetimeFigureOut">
              <a:rPr lang="de-DE" smtClean="0"/>
              <a:t>26.11.24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35CCC-1784-141F-CA2F-443387D43B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6F5EA-2EB6-B073-3C0D-CDE1A901B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F423E9-0886-2247-A408-75C471C9DE5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29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CBF916C6-A019-BA73-D13D-9D25F4490CFB}"/>
              </a:ext>
            </a:extLst>
          </p:cNvPr>
          <p:cNvCxnSpPr>
            <a:cxnSpLocks/>
          </p:cNvCxnSpPr>
          <p:nvPr/>
        </p:nvCxnSpPr>
        <p:spPr>
          <a:xfrm>
            <a:off x="6211444" y="3440398"/>
            <a:ext cx="1152000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50071B1-457D-A15B-FB54-78B42FA3D833}"/>
              </a:ext>
            </a:extLst>
          </p:cNvPr>
          <p:cNvCxnSpPr>
            <a:cxnSpLocks/>
          </p:cNvCxnSpPr>
          <p:nvPr/>
        </p:nvCxnSpPr>
        <p:spPr>
          <a:xfrm>
            <a:off x="3560648" y="3786400"/>
            <a:ext cx="8079" cy="54000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73C302D-DFEA-4932-03F8-4F0F44DD0948}"/>
              </a:ext>
            </a:extLst>
          </p:cNvPr>
          <p:cNvCxnSpPr>
            <a:cxnSpLocks/>
            <a:stCxn id="66" idx="0"/>
          </p:cNvCxnSpPr>
          <p:nvPr/>
        </p:nvCxnSpPr>
        <p:spPr>
          <a:xfrm>
            <a:off x="3582629" y="2883161"/>
            <a:ext cx="8079" cy="80405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Process 4">
            <a:extLst>
              <a:ext uri="{FF2B5EF4-FFF2-40B4-BE49-F238E27FC236}">
                <a16:creationId xmlns:a16="http://schemas.microsoft.com/office/drawing/2014/main" id="{19B0EC73-E7FA-C78B-CC16-6D3473462D45}"/>
              </a:ext>
            </a:extLst>
          </p:cNvPr>
          <p:cNvSpPr/>
          <p:nvPr/>
        </p:nvSpPr>
        <p:spPr>
          <a:xfrm>
            <a:off x="3891659" y="302438"/>
            <a:ext cx="5528931" cy="340242"/>
          </a:xfrm>
          <a:prstGeom prst="flowChartProcess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Computergestütztes Dolmetschen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FD3F94AE-A6EE-7C6F-3C19-351F8F2BFA9E}"/>
              </a:ext>
            </a:extLst>
          </p:cNvPr>
          <p:cNvSpPr/>
          <p:nvPr/>
        </p:nvSpPr>
        <p:spPr>
          <a:xfrm>
            <a:off x="1836030" y="1248732"/>
            <a:ext cx="2055627" cy="723014"/>
          </a:xfrm>
          <a:prstGeom prst="flowChartTerminator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Prä-Prozess</a:t>
            </a:r>
          </a:p>
          <a:p>
            <a:pPr algn="ctr"/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(Vorbereitung)</a:t>
            </a:r>
          </a:p>
        </p:txBody>
      </p:sp>
      <p:sp>
        <p:nvSpPr>
          <p:cNvPr id="7" name="Terminator 6">
            <a:extLst>
              <a:ext uri="{FF2B5EF4-FFF2-40B4-BE49-F238E27FC236}">
                <a16:creationId xmlns:a16="http://schemas.microsoft.com/office/drawing/2014/main" id="{BB82A001-C532-8D3E-C753-88BB1413F60B}"/>
              </a:ext>
            </a:extLst>
          </p:cNvPr>
          <p:cNvSpPr/>
          <p:nvPr/>
        </p:nvSpPr>
        <p:spPr>
          <a:xfrm>
            <a:off x="5628309" y="1248732"/>
            <a:ext cx="2055627" cy="723014"/>
          </a:xfrm>
          <a:prstGeom prst="flowChartTerminator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In-/Peri-Prozess</a:t>
            </a:r>
          </a:p>
          <a:p>
            <a:pPr algn="ctr"/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(Verdolmetschung)</a:t>
            </a:r>
          </a:p>
        </p:txBody>
      </p:sp>
      <p:sp>
        <p:nvSpPr>
          <p:cNvPr id="8" name="Terminator 7">
            <a:extLst>
              <a:ext uri="{FF2B5EF4-FFF2-40B4-BE49-F238E27FC236}">
                <a16:creationId xmlns:a16="http://schemas.microsoft.com/office/drawing/2014/main" id="{296005C2-16BA-B0AE-EAED-C38A96A0FD62}"/>
              </a:ext>
            </a:extLst>
          </p:cNvPr>
          <p:cNvSpPr/>
          <p:nvPr/>
        </p:nvSpPr>
        <p:spPr>
          <a:xfrm>
            <a:off x="9420587" y="1248732"/>
            <a:ext cx="2055627" cy="723014"/>
          </a:xfrm>
          <a:prstGeom prst="flowChartTerminator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Post-Prozess</a:t>
            </a:r>
          </a:p>
          <a:p>
            <a:pPr algn="ctr"/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(Nachbereitung)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AAFD2F6-E0F6-9423-DA91-97C31E1F3B2B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656125" y="642680"/>
            <a:ext cx="0" cy="473147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996101-CE2B-F499-CC3E-F5449C7D1CDA}"/>
              </a:ext>
            </a:extLst>
          </p:cNvPr>
          <p:cNvCxnSpPr/>
          <p:nvPr/>
        </p:nvCxnSpPr>
        <p:spPr>
          <a:xfrm>
            <a:off x="2863844" y="908493"/>
            <a:ext cx="7584559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CEEF6A2-B3AE-A99A-C3F1-B5449C67DB1D}"/>
              </a:ext>
            </a:extLst>
          </p:cNvPr>
          <p:cNvCxnSpPr>
            <a:cxnSpLocks/>
          </p:cNvCxnSpPr>
          <p:nvPr/>
        </p:nvCxnSpPr>
        <p:spPr>
          <a:xfrm>
            <a:off x="2863844" y="908493"/>
            <a:ext cx="1" cy="340241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6154A79-AEF2-09F5-D9A3-2211D6546236}"/>
              </a:ext>
            </a:extLst>
          </p:cNvPr>
          <p:cNvCxnSpPr/>
          <p:nvPr/>
        </p:nvCxnSpPr>
        <p:spPr>
          <a:xfrm>
            <a:off x="6656123" y="908492"/>
            <a:ext cx="1" cy="340241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24BA733-EF7B-F027-7698-FEFFEA062E40}"/>
              </a:ext>
            </a:extLst>
          </p:cNvPr>
          <p:cNvCxnSpPr/>
          <p:nvPr/>
        </p:nvCxnSpPr>
        <p:spPr>
          <a:xfrm>
            <a:off x="10448402" y="908491"/>
            <a:ext cx="1" cy="340241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65ACD920-BEEE-F231-8021-CE89F1D0B198}"/>
              </a:ext>
            </a:extLst>
          </p:cNvPr>
          <p:cNvCxnSpPr>
            <a:cxnSpLocks/>
          </p:cNvCxnSpPr>
          <p:nvPr/>
        </p:nvCxnSpPr>
        <p:spPr>
          <a:xfrm rot="5400000">
            <a:off x="23448" y="3696146"/>
            <a:ext cx="4564800" cy="1116000"/>
          </a:xfrm>
          <a:prstGeom prst="bentConnector3">
            <a:avLst>
              <a:gd name="adj1" fmla="val 5380"/>
            </a:avLst>
          </a:prstGeom>
          <a:ln w="9525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Alternative Process 34">
            <a:extLst>
              <a:ext uri="{FF2B5EF4-FFF2-40B4-BE49-F238E27FC236}">
                <a16:creationId xmlns:a16="http://schemas.microsoft.com/office/drawing/2014/main" id="{0F64EFCB-1A2B-E522-A8D6-438F9B66A3CF}"/>
              </a:ext>
            </a:extLst>
          </p:cNvPr>
          <p:cNvSpPr/>
          <p:nvPr/>
        </p:nvSpPr>
        <p:spPr>
          <a:xfrm>
            <a:off x="1037201" y="3026017"/>
            <a:ext cx="1378226" cy="530087"/>
          </a:xfrm>
          <a:prstGeom prst="flowChartAlternateProcess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 dirty="0"/>
              <a:t>Terminologie-Extraktion</a:t>
            </a:r>
          </a:p>
        </p:txBody>
      </p:sp>
      <p:sp>
        <p:nvSpPr>
          <p:cNvPr id="38" name="Alternative Process 37">
            <a:extLst>
              <a:ext uri="{FF2B5EF4-FFF2-40B4-BE49-F238E27FC236}">
                <a16:creationId xmlns:a16="http://schemas.microsoft.com/office/drawing/2014/main" id="{B230D2EC-7EBF-6B46-448E-44EB1109C2B2}"/>
              </a:ext>
            </a:extLst>
          </p:cNvPr>
          <p:cNvSpPr/>
          <p:nvPr/>
        </p:nvSpPr>
        <p:spPr>
          <a:xfrm>
            <a:off x="1037201" y="2371128"/>
            <a:ext cx="1378226" cy="530087"/>
          </a:xfrm>
          <a:prstGeom prst="flowChartAlternateProcess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 dirty="0"/>
              <a:t>Korpus-</a:t>
            </a:r>
          </a:p>
          <a:p>
            <a:pPr algn="ctr"/>
            <a:r>
              <a:rPr lang="de-DE" sz="1200" dirty="0"/>
              <a:t>Erstellung</a:t>
            </a:r>
          </a:p>
        </p:txBody>
      </p:sp>
      <p:sp>
        <p:nvSpPr>
          <p:cNvPr id="39" name="Alternative Process 38">
            <a:extLst>
              <a:ext uri="{FF2B5EF4-FFF2-40B4-BE49-F238E27FC236}">
                <a16:creationId xmlns:a16="http://schemas.microsoft.com/office/drawing/2014/main" id="{0A7EED83-CE97-0A3E-B5F6-8DF765D8A460}"/>
              </a:ext>
            </a:extLst>
          </p:cNvPr>
          <p:cNvSpPr/>
          <p:nvPr/>
        </p:nvSpPr>
        <p:spPr>
          <a:xfrm>
            <a:off x="1037201" y="3696548"/>
            <a:ext cx="1378225" cy="530087"/>
          </a:xfrm>
          <a:prstGeom prst="flowChartAlternateProcess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/>
              <a:t>NMÜ</a:t>
            </a:r>
            <a:endParaRPr lang="de-DE" sz="1200" dirty="0"/>
          </a:p>
        </p:txBody>
      </p:sp>
      <p:sp>
        <p:nvSpPr>
          <p:cNvPr id="40" name="Alternative Process 39">
            <a:extLst>
              <a:ext uri="{FF2B5EF4-FFF2-40B4-BE49-F238E27FC236}">
                <a16:creationId xmlns:a16="http://schemas.microsoft.com/office/drawing/2014/main" id="{A34DB012-C73B-DF99-386D-942E3665C256}"/>
              </a:ext>
            </a:extLst>
          </p:cNvPr>
          <p:cNvSpPr/>
          <p:nvPr/>
        </p:nvSpPr>
        <p:spPr>
          <a:xfrm>
            <a:off x="990947" y="4367079"/>
            <a:ext cx="1470731" cy="530087"/>
          </a:xfrm>
          <a:prstGeom prst="flowChartAlternateProcess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 dirty="0"/>
              <a:t>Textzusammen-</a:t>
            </a:r>
          </a:p>
          <a:p>
            <a:pPr algn="ctr"/>
            <a:r>
              <a:rPr lang="de-DE" sz="1200" dirty="0" err="1"/>
              <a:t>fassung</a:t>
            </a:r>
            <a:endParaRPr lang="de-DE" sz="1200" dirty="0"/>
          </a:p>
        </p:txBody>
      </p:sp>
      <p:sp>
        <p:nvSpPr>
          <p:cNvPr id="42" name="Alternative Process 41">
            <a:extLst>
              <a:ext uri="{FF2B5EF4-FFF2-40B4-BE49-F238E27FC236}">
                <a16:creationId xmlns:a16="http://schemas.microsoft.com/office/drawing/2014/main" id="{DC883CA2-6387-3921-FAF0-365BBB85EB8B}"/>
              </a:ext>
            </a:extLst>
          </p:cNvPr>
          <p:cNvSpPr/>
          <p:nvPr/>
        </p:nvSpPr>
        <p:spPr>
          <a:xfrm>
            <a:off x="990947" y="5070289"/>
            <a:ext cx="1470731" cy="530087"/>
          </a:xfrm>
          <a:prstGeom prst="flowChartAlternateProcess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 dirty="0"/>
              <a:t>Terminologie</a:t>
            </a:r>
          </a:p>
          <a:p>
            <a:pPr algn="ctr"/>
            <a:r>
              <a:rPr lang="de-DE" sz="1200" dirty="0"/>
              <a:t>lernen</a:t>
            </a:r>
          </a:p>
        </p:txBody>
      </p:sp>
      <p:sp>
        <p:nvSpPr>
          <p:cNvPr id="47" name="Alternative Process 46">
            <a:extLst>
              <a:ext uri="{FF2B5EF4-FFF2-40B4-BE49-F238E27FC236}">
                <a16:creationId xmlns:a16="http://schemas.microsoft.com/office/drawing/2014/main" id="{9F8F67A7-EE6E-93FD-3FCD-13D56FD0221D}"/>
              </a:ext>
            </a:extLst>
          </p:cNvPr>
          <p:cNvSpPr/>
          <p:nvPr/>
        </p:nvSpPr>
        <p:spPr>
          <a:xfrm>
            <a:off x="982441" y="5762501"/>
            <a:ext cx="1470731" cy="530087"/>
          </a:xfrm>
          <a:prstGeom prst="flowChartAlternateProcess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 dirty="0"/>
              <a:t>Reden-generierung</a:t>
            </a:r>
          </a:p>
        </p:txBody>
      </p: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F1752181-D3EC-7CC8-2C28-18AD6B52BF17}"/>
              </a:ext>
            </a:extLst>
          </p:cNvPr>
          <p:cNvCxnSpPr>
            <a:cxnSpLocks/>
            <a:endCxn id="53" idx="2"/>
          </p:cNvCxnSpPr>
          <p:nvPr/>
        </p:nvCxnSpPr>
        <p:spPr>
          <a:xfrm rot="5400000">
            <a:off x="4824147" y="2674645"/>
            <a:ext cx="2545711" cy="1118247"/>
          </a:xfrm>
          <a:prstGeom prst="bentConnector3">
            <a:avLst>
              <a:gd name="adj1" fmla="val 8472"/>
            </a:avLst>
          </a:prstGeom>
          <a:ln w="9525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2F3EBE52-66C7-4427-EDE7-A6872B8842BB}"/>
              </a:ext>
            </a:extLst>
          </p:cNvPr>
          <p:cNvCxnSpPr>
            <a:cxnSpLocks/>
          </p:cNvCxnSpPr>
          <p:nvPr/>
        </p:nvCxnSpPr>
        <p:spPr>
          <a:xfrm rot="5400000">
            <a:off x="10163082" y="2257065"/>
            <a:ext cx="570649" cy="1"/>
          </a:xfrm>
          <a:prstGeom prst="bentConnector3">
            <a:avLst>
              <a:gd name="adj1" fmla="val 50000"/>
            </a:avLst>
          </a:prstGeom>
          <a:ln w="9525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Alternative Process 49">
            <a:extLst>
              <a:ext uri="{FF2B5EF4-FFF2-40B4-BE49-F238E27FC236}">
                <a16:creationId xmlns:a16="http://schemas.microsoft.com/office/drawing/2014/main" id="{256A117A-6BAF-58C1-255A-090A3F7E801C}"/>
              </a:ext>
            </a:extLst>
          </p:cNvPr>
          <p:cNvSpPr/>
          <p:nvPr/>
        </p:nvSpPr>
        <p:spPr>
          <a:xfrm>
            <a:off x="9713034" y="2354205"/>
            <a:ext cx="1470731" cy="530087"/>
          </a:xfrm>
          <a:prstGeom prst="flowChartAlternateProcess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 dirty="0"/>
              <a:t>Automatische</a:t>
            </a:r>
          </a:p>
          <a:p>
            <a:pPr algn="ctr"/>
            <a:r>
              <a:rPr lang="de-DE" sz="1200" dirty="0"/>
              <a:t>Evaluation</a:t>
            </a:r>
          </a:p>
        </p:txBody>
      </p:sp>
      <p:sp>
        <p:nvSpPr>
          <p:cNvPr id="51" name="Alternative Process 50">
            <a:extLst>
              <a:ext uri="{FF2B5EF4-FFF2-40B4-BE49-F238E27FC236}">
                <a16:creationId xmlns:a16="http://schemas.microsoft.com/office/drawing/2014/main" id="{74618840-7EAF-7297-4F61-1A2421F0C2B4}"/>
              </a:ext>
            </a:extLst>
          </p:cNvPr>
          <p:cNvSpPr/>
          <p:nvPr/>
        </p:nvSpPr>
        <p:spPr>
          <a:xfrm>
            <a:off x="4848765" y="2367873"/>
            <a:ext cx="1378226" cy="530087"/>
          </a:xfrm>
          <a:prstGeom prst="flowChartAlternateProcess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 dirty="0"/>
              <a:t>ASE von Problem Triggers</a:t>
            </a:r>
          </a:p>
        </p:txBody>
      </p:sp>
      <p:sp>
        <p:nvSpPr>
          <p:cNvPr id="52" name="Alternative Process 51">
            <a:extLst>
              <a:ext uri="{FF2B5EF4-FFF2-40B4-BE49-F238E27FC236}">
                <a16:creationId xmlns:a16="http://schemas.microsoft.com/office/drawing/2014/main" id="{74F81FED-2507-1469-68F4-CA42EEAF8CE3}"/>
              </a:ext>
            </a:extLst>
          </p:cNvPr>
          <p:cNvSpPr/>
          <p:nvPr/>
        </p:nvSpPr>
        <p:spPr>
          <a:xfrm>
            <a:off x="4848765" y="3172205"/>
            <a:ext cx="1378226" cy="530087"/>
          </a:xfrm>
          <a:prstGeom prst="flowChartAlternateProcess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 dirty="0"/>
              <a:t>Vollständige </a:t>
            </a:r>
          </a:p>
          <a:p>
            <a:pPr algn="ctr"/>
            <a:r>
              <a:rPr lang="de-DE" sz="1200" dirty="0"/>
              <a:t>ASE</a:t>
            </a:r>
          </a:p>
        </p:txBody>
      </p:sp>
      <p:sp>
        <p:nvSpPr>
          <p:cNvPr id="53" name="Alternative Process 52">
            <a:extLst>
              <a:ext uri="{FF2B5EF4-FFF2-40B4-BE49-F238E27FC236}">
                <a16:creationId xmlns:a16="http://schemas.microsoft.com/office/drawing/2014/main" id="{80833CF5-5735-CF16-D316-4EEFAB5F0040}"/>
              </a:ext>
            </a:extLst>
          </p:cNvPr>
          <p:cNvSpPr/>
          <p:nvPr/>
        </p:nvSpPr>
        <p:spPr>
          <a:xfrm>
            <a:off x="4848765" y="3976537"/>
            <a:ext cx="1378226" cy="530087"/>
          </a:xfrm>
          <a:prstGeom prst="flowChartAlternateProcess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 dirty="0"/>
              <a:t>NMÜ</a:t>
            </a:r>
          </a:p>
        </p:txBody>
      </p:sp>
      <p:sp>
        <p:nvSpPr>
          <p:cNvPr id="66" name="Parallelogram 65">
            <a:extLst>
              <a:ext uri="{FF2B5EF4-FFF2-40B4-BE49-F238E27FC236}">
                <a16:creationId xmlns:a16="http://schemas.microsoft.com/office/drawing/2014/main" id="{9626D52A-1DF9-83C4-7811-9AB6D954254C}"/>
              </a:ext>
            </a:extLst>
          </p:cNvPr>
          <p:cNvSpPr/>
          <p:nvPr/>
        </p:nvSpPr>
        <p:spPr>
          <a:xfrm>
            <a:off x="3009608" y="2883161"/>
            <a:ext cx="1146041" cy="232886"/>
          </a:xfrm>
          <a:prstGeom prst="parallelogram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de-DE" sz="1200" dirty="0"/>
              <a:t>Dokumenten</a:t>
            </a:r>
          </a:p>
        </p:txBody>
      </p:sp>
      <p:sp>
        <p:nvSpPr>
          <p:cNvPr id="67" name="Parallelogram 66">
            <a:extLst>
              <a:ext uri="{FF2B5EF4-FFF2-40B4-BE49-F238E27FC236}">
                <a16:creationId xmlns:a16="http://schemas.microsoft.com/office/drawing/2014/main" id="{2DD24477-B94B-07F2-2E81-06CACD66B93D}"/>
              </a:ext>
            </a:extLst>
          </p:cNvPr>
          <p:cNvSpPr/>
          <p:nvPr/>
        </p:nvSpPr>
        <p:spPr>
          <a:xfrm>
            <a:off x="2997191" y="3172205"/>
            <a:ext cx="1017179" cy="232886"/>
          </a:xfrm>
          <a:prstGeom prst="parallelogram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de-DE" sz="1200" dirty="0"/>
              <a:t>Webseiten</a:t>
            </a:r>
          </a:p>
        </p:txBody>
      </p:sp>
      <p:sp>
        <p:nvSpPr>
          <p:cNvPr id="68" name="Parallelogram 67">
            <a:extLst>
              <a:ext uri="{FF2B5EF4-FFF2-40B4-BE49-F238E27FC236}">
                <a16:creationId xmlns:a16="http://schemas.microsoft.com/office/drawing/2014/main" id="{6817156A-6634-0A21-3445-39A3B17FC400}"/>
              </a:ext>
            </a:extLst>
          </p:cNvPr>
          <p:cNvSpPr/>
          <p:nvPr/>
        </p:nvSpPr>
        <p:spPr>
          <a:xfrm>
            <a:off x="2891649" y="3454325"/>
            <a:ext cx="1146042" cy="232886"/>
          </a:xfrm>
          <a:prstGeom prst="parallelogram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de-DE" sz="1200" dirty="0"/>
              <a:t>Definitionen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B44CD3F-C0E9-8165-EC1F-CEA7361FAB67}"/>
              </a:ext>
            </a:extLst>
          </p:cNvPr>
          <p:cNvCxnSpPr>
            <a:cxnSpLocks/>
            <a:stCxn id="35" idx="3"/>
            <a:endCxn id="67" idx="5"/>
          </p:cNvCxnSpPr>
          <p:nvPr/>
        </p:nvCxnSpPr>
        <p:spPr>
          <a:xfrm flipV="1">
            <a:off x="2415427" y="3288648"/>
            <a:ext cx="610875" cy="2413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A2860047-6C1B-09C5-DE41-8CCBFCC7CC8D}"/>
              </a:ext>
            </a:extLst>
          </p:cNvPr>
          <p:cNvSpPr txBox="1"/>
          <p:nvPr/>
        </p:nvSpPr>
        <p:spPr>
          <a:xfrm>
            <a:off x="2523855" y="3050401"/>
            <a:ext cx="674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aus</a:t>
            </a:r>
          </a:p>
        </p:txBody>
      </p:sp>
      <p:sp>
        <p:nvSpPr>
          <p:cNvPr id="81" name="Parallelogram 80">
            <a:extLst>
              <a:ext uri="{FF2B5EF4-FFF2-40B4-BE49-F238E27FC236}">
                <a16:creationId xmlns:a16="http://schemas.microsoft.com/office/drawing/2014/main" id="{A558FEDE-1615-9988-5874-7EFFC150CEF6}"/>
              </a:ext>
            </a:extLst>
          </p:cNvPr>
          <p:cNvSpPr/>
          <p:nvPr/>
        </p:nvSpPr>
        <p:spPr>
          <a:xfrm>
            <a:off x="2995707" y="3773511"/>
            <a:ext cx="1146041" cy="232886"/>
          </a:xfrm>
          <a:prstGeom prst="parallelogram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de-DE" sz="1200" dirty="0"/>
              <a:t>Dokumenten</a:t>
            </a:r>
          </a:p>
        </p:txBody>
      </p:sp>
      <p:sp>
        <p:nvSpPr>
          <p:cNvPr id="82" name="Parallelogram 81">
            <a:extLst>
              <a:ext uri="{FF2B5EF4-FFF2-40B4-BE49-F238E27FC236}">
                <a16:creationId xmlns:a16="http://schemas.microsoft.com/office/drawing/2014/main" id="{FDE3A020-8E66-9788-9D64-F9B1B291D51E}"/>
              </a:ext>
            </a:extLst>
          </p:cNvPr>
          <p:cNvSpPr/>
          <p:nvPr/>
        </p:nvSpPr>
        <p:spPr>
          <a:xfrm>
            <a:off x="2968559" y="4104996"/>
            <a:ext cx="1160611" cy="231100"/>
          </a:xfrm>
          <a:prstGeom prst="parallelogram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de-DE" sz="1200" dirty="0"/>
              <a:t>Terminologie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E71EDF4-B4F5-356F-F208-6FF928A5C7A9}"/>
              </a:ext>
            </a:extLst>
          </p:cNvPr>
          <p:cNvCxnSpPr>
            <a:cxnSpLocks/>
          </p:cNvCxnSpPr>
          <p:nvPr/>
        </p:nvCxnSpPr>
        <p:spPr>
          <a:xfrm>
            <a:off x="2415069" y="4061510"/>
            <a:ext cx="1152000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0751DFB7-062D-16A1-7A91-6216DF2DCDEE}"/>
              </a:ext>
            </a:extLst>
          </p:cNvPr>
          <p:cNvSpPr txBox="1"/>
          <p:nvPr/>
        </p:nvSpPr>
        <p:spPr>
          <a:xfrm>
            <a:off x="2520137" y="3823091"/>
            <a:ext cx="674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von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FACA94F3-430B-206D-A1A5-43CD63204F8A}"/>
              </a:ext>
            </a:extLst>
          </p:cNvPr>
          <p:cNvCxnSpPr>
            <a:cxnSpLocks/>
          </p:cNvCxnSpPr>
          <p:nvPr/>
        </p:nvCxnSpPr>
        <p:spPr>
          <a:xfrm>
            <a:off x="6226991" y="2632916"/>
            <a:ext cx="936000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07C957DC-93FC-27F8-AED1-25E70F48D1B0}"/>
              </a:ext>
            </a:extLst>
          </p:cNvPr>
          <p:cNvCxnSpPr>
            <a:cxnSpLocks/>
            <a:stCxn id="97" idx="0"/>
          </p:cNvCxnSpPr>
          <p:nvPr/>
        </p:nvCxnSpPr>
        <p:spPr>
          <a:xfrm>
            <a:off x="7463197" y="2255282"/>
            <a:ext cx="8079" cy="80405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7" name="Parallelogram 96">
            <a:extLst>
              <a:ext uri="{FF2B5EF4-FFF2-40B4-BE49-F238E27FC236}">
                <a16:creationId xmlns:a16="http://schemas.microsoft.com/office/drawing/2014/main" id="{B4241164-98F4-9CEC-A833-E035CFEB4DA6}"/>
              </a:ext>
            </a:extLst>
          </p:cNvPr>
          <p:cNvSpPr/>
          <p:nvPr/>
        </p:nvSpPr>
        <p:spPr>
          <a:xfrm>
            <a:off x="6890176" y="2255282"/>
            <a:ext cx="1146041" cy="232886"/>
          </a:xfrm>
          <a:prstGeom prst="parallelogram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de-DE" sz="1200" dirty="0"/>
              <a:t>Zahlen</a:t>
            </a:r>
          </a:p>
        </p:txBody>
      </p:sp>
      <p:sp>
        <p:nvSpPr>
          <p:cNvPr id="98" name="Parallelogram 97">
            <a:extLst>
              <a:ext uri="{FF2B5EF4-FFF2-40B4-BE49-F238E27FC236}">
                <a16:creationId xmlns:a16="http://schemas.microsoft.com/office/drawing/2014/main" id="{6C4616BC-7E61-B212-28D5-8888D003807C}"/>
              </a:ext>
            </a:extLst>
          </p:cNvPr>
          <p:cNvSpPr/>
          <p:nvPr/>
        </p:nvSpPr>
        <p:spPr>
          <a:xfrm>
            <a:off x="6731985" y="2542390"/>
            <a:ext cx="1442177" cy="229314"/>
          </a:xfrm>
          <a:prstGeom prst="parallelogram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GB" sz="1200" i="1" dirty="0"/>
              <a:t>Named Entities</a:t>
            </a:r>
          </a:p>
        </p:txBody>
      </p:sp>
      <p:sp>
        <p:nvSpPr>
          <p:cNvPr id="99" name="Parallelogram 98">
            <a:extLst>
              <a:ext uri="{FF2B5EF4-FFF2-40B4-BE49-F238E27FC236}">
                <a16:creationId xmlns:a16="http://schemas.microsoft.com/office/drawing/2014/main" id="{E7C14412-4447-ECA4-7728-BEB0C2D7C6C8}"/>
              </a:ext>
            </a:extLst>
          </p:cNvPr>
          <p:cNvSpPr/>
          <p:nvPr/>
        </p:nvSpPr>
        <p:spPr>
          <a:xfrm>
            <a:off x="6880052" y="2825926"/>
            <a:ext cx="1146042" cy="232886"/>
          </a:xfrm>
          <a:prstGeom prst="parallelogram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de-DE" sz="1200" dirty="0"/>
              <a:t>Termini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2110AA95-ADFB-308F-C0C2-E8DC136384BF}"/>
              </a:ext>
            </a:extLst>
          </p:cNvPr>
          <p:cNvCxnSpPr>
            <a:cxnSpLocks/>
          </p:cNvCxnSpPr>
          <p:nvPr/>
        </p:nvCxnSpPr>
        <p:spPr>
          <a:xfrm>
            <a:off x="7357023" y="3165288"/>
            <a:ext cx="8079" cy="54000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Parallelogram 100">
            <a:extLst>
              <a:ext uri="{FF2B5EF4-FFF2-40B4-BE49-F238E27FC236}">
                <a16:creationId xmlns:a16="http://schemas.microsoft.com/office/drawing/2014/main" id="{1C12F70F-5DE0-D090-9C82-BC52CF6F3A98}"/>
              </a:ext>
            </a:extLst>
          </p:cNvPr>
          <p:cNvSpPr/>
          <p:nvPr/>
        </p:nvSpPr>
        <p:spPr>
          <a:xfrm>
            <a:off x="6792082" y="3152399"/>
            <a:ext cx="1146041" cy="232886"/>
          </a:xfrm>
          <a:prstGeom prst="parallelogram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de-DE" sz="1200" dirty="0"/>
              <a:t>Untertitel</a:t>
            </a:r>
          </a:p>
        </p:txBody>
      </p:sp>
      <p:sp>
        <p:nvSpPr>
          <p:cNvPr id="102" name="Parallelogram 101">
            <a:extLst>
              <a:ext uri="{FF2B5EF4-FFF2-40B4-BE49-F238E27FC236}">
                <a16:creationId xmlns:a16="http://schemas.microsoft.com/office/drawing/2014/main" id="{9D7C8ED2-9E09-8E59-7C01-FE523BD63E02}"/>
              </a:ext>
            </a:extLst>
          </p:cNvPr>
          <p:cNvSpPr/>
          <p:nvPr/>
        </p:nvSpPr>
        <p:spPr>
          <a:xfrm>
            <a:off x="6764934" y="3483884"/>
            <a:ext cx="1160611" cy="231100"/>
          </a:xfrm>
          <a:prstGeom prst="parallelogram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de-DE" sz="1200" dirty="0"/>
              <a:t>Transkript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9FC1D18-15D7-BE82-0BF8-90E963E1E046}"/>
              </a:ext>
            </a:extLst>
          </p:cNvPr>
          <p:cNvSpPr txBox="1"/>
          <p:nvPr/>
        </p:nvSpPr>
        <p:spPr>
          <a:xfrm>
            <a:off x="6316512" y="3201979"/>
            <a:ext cx="674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als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80ED572-FF0F-84C8-701F-C1FB0004B573}"/>
              </a:ext>
            </a:extLst>
          </p:cNvPr>
          <p:cNvCxnSpPr>
            <a:cxnSpLocks/>
          </p:cNvCxnSpPr>
          <p:nvPr/>
        </p:nvCxnSpPr>
        <p:spPr>
          <a:xfrm>
            <a:off x="7375227" y="3971454"/>
            <a:ext cx="8079" cy="54000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" name="Parallelogram 105">
            <a:extLst>
              <a:ext uri="{FF2B5EF4-FFF2-40B4-BE49-F238E27FC236}">
                <a16:creationId xmlns:a16="http://schemas.microsoft.com/office/drawing/2014/main" id="{B482B551-CB67-2656-0F0C-5FEDE94028FF}"/>
              </a:ext>
            </a:extLst>
          </p:cNvPr>
          <p:cNvSpPr/>
          <p:nvPr/>
        </p:nvSpPr>
        <p:spPr>
          <a:xfrm>
            <a:off x="6810286" y="3958565"/>
            <a:ext cx="1146041" cy="232886"/>
          </a:xfrm>
          <a:prstGeom prst="parallelogram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de-DE" sz="1200" dirty="0"/>
              <a:t>Terminologie</a:t>
            </a:r>
          </a:p>
        </p:txBody>
      </p:sp>
      <p:sp>
        <p:nvSpPr>
          <p:cNvPr id="107" name="Parallelogram 106">
            <a:extLst>
              <a:ext uri="{FF2B5EF4-FFF2-40B4-BE49-F238E27FC236}">
                <a16:creationId xmlns:a16="http://schemas.microsoft.com/office/drawing/2014/main" id="{2034F3A5-68E1-89A3-C7D9-3040ED3A3CF9}"/>
              </a:ext>
            </a:extLst>
          </p:cNvPr>
          <p:cNvSpPr/>
          <p:nvPr/>
        </p:nvSpPr>
        <p:spPr>
          <a:xfrm>
            <a:off x="6783138" y="4290050"/>
            <a:ext cx="1160611" cy="231100"/>
          </a:xfrm>
          <a:prstGeom prst="parallelogram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de-DE" sz="1200" dirty="0"/>
              <a:t>Transkript</a:t>
            </a: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B11106CA-FD61-11C9-806C-CD6B5890C8E7}"/>
              </a:ext>
            </a:extLst>
          </p:cNvPr>
          <p:cNvCxnSpPr>
            <a:cxnSpLocks/>
          </p:cNvCxnSpPr>
          <p:nvPr/>
        </p:nvCxnSpPr>
        <p:spPr>
          <a:xfrm>
            <a:off x="6229648" y="4246564"/>
            <a:ext cx="1152000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0D85612E-1E95-4A72-1AEF-DD79191978DF}"/>
              </a:ext>
            </a:extLst>
          </p:cNvPr>
          <p:cNvSpPr txBox="1"/>
          <p:nvPr/>
        </p:nvSpPr>
        <p:spPr>
          <a:xfrm>
            <a:off x="6334716" y="4008145"/>
            <a:ext cx="674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von</a:t>
            </a:r>
          </a:p>
        </p:txBody>
      </p: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B3CFDA16-3F1C-CF2B-11E0-0A02F91D6082}"/>
              </a:ext>
            </a:extLst>
          </p:cNvPr>
          <p:cNvCxnSpPr>
            <a:stCxn id="50" idx="2"/>
          </p:cNvCxnSpPr>
          <p:nvPr/>
        </p:nvCxnSpPr>
        <p:spPr>
          <a:xfrm rot="5400000">
            <a:off x="4267200" y="360692"/>
            <a:ext cx="3657600" cy="8704800"/>
          </a:xfrm>
          <a:prstGeom prst="bentConnector2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7441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51</Words>
  <Application>Microsoft Macintosh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Bianca</dc:creator>
  <cp:lastModifiedBy>Bianca</cp:lastModifiedBy>
  <cp:revision>13</cp:revision>
  <dcterms:created xsi:type="dcterms:W3CDTF">2024-11-26T12:24:34Z</dcterms:created>
  <dcterms:modified xsi:type="dcterms:W3CDTF">2024-11-26T13:38:17Z</dcterms:modified>
</cp:coreProperties>
</file>